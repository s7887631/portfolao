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3" r:id="rId4"/>
    <p:sldId id="264" r:id="rId5"/>
    <p:sldId id="260" r:id="rId6"/>
    <p:sldId id="258" r:id="rId7"/>
    <p:sldId id="257" r:id="rId8"/>
    <p:sldId id="262" r:id="rId9"/>
  </p:sldIdLst>
  <p:sldSz cx="12192000" cy="6858000"/>
  <p:notesSz cx="6858000" cy="9144000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BF9797-ABEA-4D21-BB8E-60C9E7D5A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E1635C9-C72D-410E-9B04-8E8F5F87A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240ACB-BB40-4F05-BD2A-94CB4B816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58A49C-A240-4064-85FE-33ABBDEE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1DF732-22B9-445D-BB80-6A23463F9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385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081B44-5DFF-48F7-943E-7EA5BB54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569433-110E-4B3F-ABC8-1D5F9FAF8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BB2AF4-445C-4FE2-AEE9-BCD44D768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32B16B-8AE5-4878-A787-FFA93560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A80970-F95E-4C46-8743-8E64E028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44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0FBE6E-C835-40FF-89E7-8940C4DB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A18ED8B-8616-4304-9997-B316A6861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CD9ABD-9429-45C8-940D-055C4A800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4F9F51-3F99-49CF-8740-AE38F6C17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3CFD99-ABFA-48F8-BD95-8D1E67C9A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815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5AFAB1-BE32-4513-A9FC-12776D02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45BEF7-55B5-457E-B7A6-2EC0367071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671D64-8C8E-4687-93EF-6CF458026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C01A79-D473-41F1-B5F9-F62DAE6AC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837C1E-8F38-4D73-B0F7-63320278C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7A76A9-D6B3-412A-ABFB-68D29E98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689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00830-665E-4B4D-8C6D-695C7CFAD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E7AC76-26F6-480E-A563-C99D335916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DED9FA-DA0A-48B6-A1C0-E7D6964DA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8DADB84-95FB-4823-8538-EE8ABD25C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8BB942D-7726-46C9-A67A-163AA5D83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E0D1CC7-177D-4846-A0CA-AE1ABD2A6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44F7650-1D3F-4F59-AD61-8502A941A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1C44D19-1891-42ED-A68E-83097E34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2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2148D2-B460-4C7A-A3B6-ECC260A79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E67CC9C-655C-4673-B9B0-EAF31944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64ABED0-5230-427A-A002-4F560A3C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F403FFD-65A9-478F-B6F9-E70E765E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80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B65CDB4-C9B2-49D8-8EF7-C1DA18C0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6AE6397-77C9-4592-8946-AB499CB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F4D332-EF22-4C1B-BC7D-31EFFC19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900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64048F-B15F-4453-BD7D-F4F369018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7A880C-166D-4639-9889-A6C627052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20020F-3805-4165-8A16-403A24D63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248A97F-B3E9-4F88-AD3B-89E86FB2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3CD7F0-FCBB-420D-B5AD-A34DA9110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736A33-94E5-48B7-8286-1983FBF15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692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CDC7AA-7A75-4710-86A3-F4A7DDF99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7F6840F-89B4-479C-AC5E-9E5D53F6C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25D19B-2462-4FE0-B63C-6677C45B8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D49A34A-367C-4193-A86B-CF1D2D4F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3EF6FC1-4870-4078-846B-DEE1DBF4D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3B87AF-0C24-4D25-8BAD-821AA81D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0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A0A946-01E6-4D7C-8FC9-A803CE76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BD73756-E9CF-46F1-A968-F71C5FF26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FD40FC-F090-433A-AE65-FE1E22BC3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15A6CC-6D1C-4D82-8D62-B281528A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695A2D-F921-41AB-8C94-B0838F320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404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A1D996B-2BEE-4F37-8DBF-8CB2984F41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C00D2B6-0145-4F0F-8725-FD506A51D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61A0A4-A1EC-460D-8B9E-CCD60E83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C0D8E6-AAF0-4A3A-8461-91844F4E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1AACE60-D0C9-4DA3-A2C6-CB4C081DD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266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EF75AE-F103-4A90-A0DA-6BFEE0F5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CF492CD-A775-4A77-BFB9-45940AE6E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575498-B5AC-4CF8-8897-19006DFDC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05F33-AFBB-4D51-B609-B48FD8E5177B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087603-48E8-4BE2-AB6B-9A88F37C0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627F39-C4C9-47FD-9BD2-F1DCB9A88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21B6C-5326-43C7-807D-060C81260C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767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素食 便當1">
            <a:extLst>
              <a:ext uri="{FF2B5EF4-FFF2-40B4-BE49-F238E27FC236}">
                <a16:creationId xmlns:a16="http://schemas.microsoft.com/office/drawing/2014/main" id="{E59505C8-ECCC-4864-B3FE-D773999E1B4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63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區域 圖2">
            <a:extLst>
              <a:ext uri="{FF2B5EF4-FFF2-40B4-BE49-F238E27FC236}">
                <a16:creationId xmlns:a16="http://schemas.microsoft.com/office/drawing/2014/main" id="{A9E6502E-F2D9-4CCE-A893-4B9766438E9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56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菜單4">
            <a:extLst>
              <a:ext uri="{FF2B5EF4-FFF2-40B4-BE49-F238E27FC236}">
                <a16:creationId xmlns:a16="http://schemas.microsoft.com/office/drawing/2014/main" id="{EC6C2A6F-5C16-4918-92E0-69A5F4ABDCF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6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滷汁標準調配6">
            <a:extLst>
              <a:ext uri="{FF2B5EF4-FFF2-40B4-BE49-F238E27FC236}">
                <a16:creationId xmlns:a16="http://schemas.microsoft.com/office/drawing/2014/main" id="{82D0337B-A62C-4C2E-8822-C15DF89508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4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乾貨調料3">
            <a:extLst>
              <a:ext uri="{FF2B5EF4-FFF2-40B4-BE49-F238E27FC236}">
                <a16:creationId xmlns:a16="http://schemas.microsoft.com/office/drawing/2014/main" id="{5AC4C297-D417-4D4B-9CE2-5D13A941531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前處理5">
            <a:extLst>
              <a:ext uri="{FF2B5EF4-FFF2-40B4-BE49-F238E27FC236}">
                <a16:creationId xmlns:a16="http://schemas.microsoft.com/office/drawing/2014/main" id="{A022FD95-B22C-4AE7-872C-C85DCEA09E9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842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加熱區7">
            <a:extLst>
              <a:ext uri="{FF2B5EF4-FFF2-40B4-BE49-F238E27FC236}">
                <a16:creationId xmlns:a16="http://schemas.microsoft.com/office/drawing/2014/main" id="{45CE9DD4-7FC4-46AB-AD12-2EF9D6D402C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69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清潔區8">
            <a:extLst>
              <a:ext uri="{FF2B5EF4-FFF2-40B4-BE49-F238E27FC236}">
                <a16:creationId xmlns:a16="http://schemas.microsoft.com/office/drawing/2014/main" id="{08F52772-A3C0-4975-8A04-B7376BA6200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048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</cp:revision>
  <dcterms:created xsi:type="dcterms:W3CDTF">2026-06-11T04:20:41Z</dcterms:created>
  <dcterms:modified xsi:type="dcterms:W3CDTF">2026-06-11T04:22:26Z</dcterms:modified>
</cp:coreProperties>
</file>